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Parking Reservation Chatbot — Stage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Admin approval, MCP reservation recording, and secure file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Chatbot answers parking questions: info, hours, prices, availability, location</a:t>
            </a:r>
          </a:p>
          <a:p>
            <a:pPr>
              <a:defRPr sz="1800"/>
            </a:pPr>
            <a:r>
              <a:t>Collects reservation details conversationally: name, surname, car number, period</a:t>
            </a:r>
          </a:p>
          <a:p>
            <a:pPr>
              <a:defRPr sz="1800"/>
            </a:pPr>
            <a:r>
              <a:t>Must not leak sensitive data</a:t>
            </a:r>
          </a:p>
          <a:p>
            <a:pPr>
              <a:defRPr sz="1800"/>
            </a:pPr>
            <a:r>
              <a:t>Performance must be measured (latency, retrieval accuracy)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PDFs -&gt; PyPDFLoader -&gt; merged full-document text</a:t>
            </a:r>
          </a:p>
          <a:p>
            <a:pPr>
              <a:defRPr sz="1800"/>
            </a:pPr>
            <a:r>
              <a:t>SemanticChunker: meaning-based chunking (embedding distance between sentences)</a:t>
            </a:r>
          </a:p>
          <a:p>
            <a:pPr>
              <a:defRPr sz="1800"/>
            </a:pPr>
            <a:r>
              <a:t>Chunks + document metadata persisted in SQLite (source of truth)</a:t>
            </a:r>
          </a:p>
          <a:p>
            <a:pPr>
              <a:defRPr sz="1800"/>
            </a:pPr>
            <a:r>
              <a:t>Chunks embedded into vector DB (Milvus, auto-fallback to Chroma)</a:t>
            </a:r>
          </a:p>
          <a:p>
            <a:pPr>
              <a:defRPr sz="1800"/>
            </a:pPr>
            <a:r>
              <a:t>Dynamic data (hours/prices/availability) served from a separate SQL 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&amp; Conversation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Intent classifier routes each message: static_info / dynamic_info / reservation / other</a:t>
            </a:r>
          </a:p>
          <a:p>
            <a:pPr>
              <a:defRPr sz="1800"/>
            </a:pPr>
            <a:r>
              <a:t>static_info -&gt; vector similarity search -&gt; grounded LLM answer</a:t>
            </a:r>
          </a:p>
          <a:p>
            <a:pPr>
              <a:defRPr sz="1800"/>
            </a:pPr>
            <a:r>
              <a:t>dynamic_info -&gt; SQL lookup -&gt; grounded LLM answer</a:t>
            </a:r>
          </a:p>
          <a:p>
            <a:pPr>
              <a:defRPr sz="1800"/>
            </a:pPr>
            <a:r>
              <a:t>reservation -&gt; slot-filling agent collects name, surname, car number, period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Approval-to-Storage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Chatbot escalates a completed reservation to the SQLite-backed admin request store</a:t>
            </a:r>
          </a:p>
          <a:p>
            <a:pPr>
              <a:defRPr sz="1800"/>
            </a:pPr>
            <a:r>
              <a:t>Administrator reviews pending requests and approves or refuses through CLI or REST API</a:t>
            </a:r>
          </a:p>
          <a:p>
            <a:pPr>
              <a:defRPr sz="1800"/>
            </a:pPr>
            <a:r>
              <a:t>Approval invokes ReservationRecorder; refusals are not written to confirmed storage</a:t>
            </a:r>
          </a:p>
          <a:p>
            <a:pPr>
              <a:defRPr sz="1800"/>
            </a:pPr>
            <a:r>
              <a:t>Recorder can use in-process writing, FastAPI over HTTP, or the MCP stdio server</a:t>
            </a:r>
          </a:p>
          <a:p>
            <a:pPr>
              <a:defRPr sz="1800"/>
            </a:pPr>
            <a:r>
              <a:t>Approved records append to a server-configured text file</a:t>
            </a:r>
          </a:p>
          <a:p>
            <a:pPr>
              <a:defRPr sz="1800"/>
            </a:pPr>
            <a:r>
              <a:t>Record format: Name | Car Number | Reservation Period | Approval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Storage: Security &amp;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Output path is server-configured; clients cannot choose arbitrary file destinations</a:t>
            </a:r>
          </a:p>
          <a:p>
            <a:pPr>
              <a:defRPr sz="1800"/>
            </a:pPr>
            <a:r>
              <a:t>Writer rejects empty, oversized, pipe, and newline-containing fields</a:t>
            </a:r>
          </a:p>
          <a:p>
            <a:pPr>
              <a:defRPr sz="1800"/>
            </a:pPr>
            <a:r>
              <a:t>FastAPI endpoint supports an API key and per-client rate limiting</a:t>
            </a:r>
          </a:p>
          <a:p>
            <a:pPr>
              <a:defRPr sz="1800"/>
            </a:pPr>
            <a:r>
              <a:t>Configure MCP_API_KEY and ADMIN_API_KEY before exposing APIs beyond a trusted network</a:t>
            </a:r>
          </a:p>
          <a:p>
            <a:pPr>
              <a:defRPr sz="1800"/>
            </a:pPr>
            <a:r>
              <a:t>File locking prevents concurrent writes from interleaving; fsync flushes records to disk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(PII Protection)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Presidio-based PII detection/redaction (falls back to regex if unavailable)</a:t>
            </a:r>
          </a:p>
          <a:p>
            <a:pPr>
              <a:defRPr sz="1800"/>
            </a:pPr>
            <a:r>
              <a:t>Inbound: blocks credit card / SSN / IBAN pasted outside the reservation flow</a:t>
            </a:r>
          </a:p>
          <a:p>
            <a:pPr>
              <a:defRPr sz="1800"/>
            </a:pPr>
            <a:r>
              <a:t>Outbound: redacts any PII that leaks into RAG-generated answers</a:t>
            </a:r>
          </a:p>
          <a:p>
            <a:pPr>
              <a:defRPr sz="1800"/>
            </a:pPr>
            <a:r>
              <a:t>Reservation summary (user's own data) is exempt from outbound redaction by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Test questions auto-generated by an LLM directly from ingested PDF chunks</a:t>
            </a:r>
          </a:p>
          <a:p>
            <a:pPr>
              <a:defRPr sz="1800"/>
            </a:pPr>
            <a:r>
              <a:t>Each question has a ground-truth chunk id and reference answer</a:t>
            </a:r>
          </a:p>
          <a:p>
            <a:pPr>
              <a:defRPr sz="1800"/>
            </a:pPr>
            <a:r>
              <a:t>Retrieval: Recall@K and Precision@K against ground-truth chunk ids</a:t>
            </a:r>
          </a:p>
          <a:p>
            <a:pPr>
              <a:defRPr sz="1800"/>
            </a:pPr>
            <a:r>
              <a:t>Answer correctness: LLM-as-judge (or embedding similarity) vs reference answer</a:t>
            </a:r>
          </a:p>
          <a:p>
            <a:pPr>
              <a:defRPr sz="1800"/>
            </a:pPr>
            <a:r>
              <a:t>Latency: retrieval and end-to-end timing, reported as mean/P50/P95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Answering a Static Info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Chat screenshot: 'Where is the airport parking located?' and the bot's grounded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Reservation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Chat screenshot: bot collecting name, surname, car number, and reservation period.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Admin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Admin CLI or REST API screenshot showing a pending request being approved.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Confirmed Reservation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Screenshot of data/reservations/confirmed_reservations.txt with the approved record.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Guardrail Blocking Sensitive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Screenshot: bot refusing a message with a pasted credit card number.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 screenshot here]</a:t>
            </a:r>
          </a:p>
          <a:p/>
          <a:p>
            <a:r>
              <a:t>Screenshot of evaluation/REPORT.md: Recall@K, Precision@K, accuracy, latency.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Offline pytest coverage includes chatbot, admin approval, MCP writer, and API behavior</a:t>
            </a:r>
          </a:p>
          <a:p>
            <a:pPr>
              <a:defRPr sz="1800"/>
            </a:pPr>
            <a:r>
              <a:t>GitHub Actions CI: lint + test + docker build on every push/PR</a:t>
            </a:r>
          </a:p>
          <a:p>
            <a:pPr>
              <a:defRPr sz="1800"/>
            </a:pPr>
            <a:r>
              <a:t>Terraform (kreuzwerker/docker provider) to provision Milvus + app as code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Reservation details flow from chatbot collection to administrator review</a:t>
            </a:r>
          </a:p>
          <a:p>
            <a:pPr>
              <a:defRPr sz="1800"/>
            </a:pPr>
            <a:r>
              <a:t>Only approved reservations are recorded, with the approval time</a:t>
            </a:r>
          </a:p>
          <a:p>
            <a:pPr>
              <a:defRPr sz="1800"/>
            </a:pPr>
            <a:r>
              <a:t>MCP-compatible and FastAPI writer options share the same validated storage logic</a:t>
            </a:r>
          </a:p>
          <a:p>
            <a:pPr>
              <a:defRPr sz="1800"/>
            </a:pPr>
            <a:r>
              <a:t>Records are persisted in a durable, append-only text file</a:t>
            </a:r>
          </a:p>
          <a:p>
            <a:pPr>
              <a:defRPr sz="1800"/>
            </a:pPr>
            <a:r>
              <a:t>Future work: LangGraph orchestration and broader load/integration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